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· CYBERSECURITY INTERNSHIP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6: Web Security Basics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10, tools and prevention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1097280" cy="54864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154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 Ansari · Intern ID DG/SEPTEMBER/CYBER/014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C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web security, and what is OWASP?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 Ansari · DG/SEPTEMBER/CYBER/014 · DG Interns Hub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E7EE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3444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11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in one line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Assessment finds weak spots. Penetration Testing proves they can be used, only with permission. Together they let owners fix problems before attackers find them.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E7EE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3444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11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list from the Open Worldwide Application Security Project of the most serious and common web risks, built from real data. Testers and developers use it as a shared checklist. This week covers four of them: SQL Injection, XSS, Broken Authentication and Security Misconfiguration.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C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set 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 Ansari · DG/SEPTEMBER/CYBER/014 · DG Interns Hub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7" name="Image 0" descr="shots/t2_burp_prox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2926080" cy="1738066"/>
          </a:xfrm>
          <a:prstGeom prst="rect">
            <a:avLst/>
          </a:prstGeom>
        </p:spPr>
      </p:pic>
      <p:pic>
        <p:nvPicPr>
          <p:cNvPr id="8" name="Image 1" descr="shots/t2_zap_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051560"/>
            <a:ext cx="2743200" cy="2057400"/>
          </a:xfrm>
          <a:prstGeom prst="rect">
            <a:avLst/>
          </a:prstGeom>
        </p:spPr>
      </p:pic>
      <p:pic>
        <p:nvPicPr>
          <p:cNvPr id="9" name="Image 2" descr="shots/t2_dvwa_inst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51560"/>
            <a:ext cx="2560320" cy="10863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5760" y="4069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Suite: proxy listener on 127.0.0.1:8080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429000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 2.15.0: scanner and proxy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6263640" y="2468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DVWA: a deliberately weak practice app, installed on my own machine only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C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 Ansari · DG/SEPTEMBER/CYBER/014 · DG Interns Hub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E7EE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3444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11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is mixed into a database question, so the database cannot tell data from commands. It is a flaw in the app, not in the database.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E7EE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23444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11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happens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builds queries by joining text. Any field, URL parameter or cookie that reaches a query can be the way in. Result: data theft, changed records or login without a password.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E7EE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23444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11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prevent it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queries (the main fix), safe database libraries, input validation, least-privilege database accounts, and generic error messages.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C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Scripting (XSS)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 Ansari · DG/SEPTEMBER/CYBER/014 · DG Interns Hub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E7EE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3444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11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site shows untrusted input as live page code, so a script runs in a visitor's browser with the site's trust.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E7EE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23444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11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happens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Reflected: the input comes back in a single response. Stored: it is saved and runs for every visitor. DOM-based: the page's own script writes it in. Risks: stolen sessions, fake content, actions in the victim's name.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E7EE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23444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11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prevent it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output for the right context, use frameworks that escape by default, add a Content Security Policy, and set cookies HttpOnly and Secure.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C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Authentication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 Ansari · DG/SEPTEMBER/CYBER/014 · DG Interns Hub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E7EE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3444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11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ways of proving identity or keeping a session alive let someone act as another user.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E7EE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23444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11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happens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limit on login attempts, weak or default passwords, predictable or never-expiring session IDs, poor password storage and abusable reset flows.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E7EE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23444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11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prevent it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passwords checked against leaked lists, multi-factor authentication, attempt limits, random session IDs with expiry, and salted slow hashing such as bcrypt or Argon2.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C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Misconfiguration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 Ansari · DG/SEPTEMBER/CYBER/014 · DG Interns Hub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E7EE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3444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11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software set up in an unsafe way: defaults left on, features not needed, details shown to visitors.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E7EE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23444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11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happens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accounts, open admin pages, detailed error messages, missing security headers, directory listing, public cloud storage and out-of-date software.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E7EE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23444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11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prevent it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hardened baseline, remove unused features, change defaults, add security headers and HTTPS, patch regularly and re-check after changes.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C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 Ansari · DG/SEPTEMBER/CYBER/014 · DG Interns Hub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Injection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joined into a query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Parameterised queries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shown as live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encoding and CSP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 Authentication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login or session handling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MFA, strong sessions, rate limits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Misconfiguration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Insecure defaults left in place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Hardened baseline, regular 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most of these come from trusting input or trusting defaults. Practice only on systems you own or have permission to test.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 – Web Security and OWASP Basics</dc:title>
  <dc:subject>PptxGenJS Presentation</dc:subject>
  <dc:creator>Ayan Ansari</dc:creator>
  <cp:lastModifiedBy>Ayan Ansari</cp:lastModifiedBy>
  <cp:revision>1</cp:revision>
  <dcterms:created xsi:type="dcterms:W3CDTF">2026-10-11T12:17:07Z</dcterms:created>
  <dcterms:modified xsi:type="dcterms:W3CDTF">2026-10-11T12:17:07Z</dcterms:modified>
</cp:coreProperties>
</file>